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79665" y="1101775"/>
            <a:ext cx="5784669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Recovery-Aware Execution Agent</a:t>
            </a:r>
            <a:endParaRPr lang="en-US" sz="2800" dirty="0"/>
          </a:p>
          <a:p>
            <a:pPr algn="ctr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Hierarchical Scientific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01536" y="2279898"/>
            <a:ext cx="41409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+ Recovery Layer for Physical Labs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48769" y="3229124"/>
            <a:ext cx="8464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Sissi Feng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78826" y="3717875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Group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16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Why Recovery is the Bottleneck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326803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LAB REALITY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4401" y="1726853"/>
            <a:ext cx="2270075" cy="5003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8213" y="1726853"/>
            <a:ext cx="0" cy="50036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1879253"/>
            <a:ext cx="18782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fail unexpectedly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04976" y="1726853"/>
            <a:ext cx="2270075" cy="5003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928789" y="1726853"/>
            <a:ext cx="0" cy="50036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3101" y="1879253"/>
            <a:ext cx="18782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interrupts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65552" y="1726853"/>
            <a:ext cx="2270075" cy="5003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89364" y="1726853"/>
            <a:ext cx="0" cy="50036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3677" y="1879253"/>
            <a:ext cx="18782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systems drift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4401" y="2417713"/>
            <a:ext cx="2270075" cy="5003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8213" y="2417713"/>
            <a:ext cx="0" cy="50036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526" y="2570113"/>
            <a:ext cx="18782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actions exist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401" y="3235523"/>
            <a:ext cx="8255198" cy="7047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1851" y="3464123"/>
            <a:ext cx="777270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agents fail at the boundary between reasoning and physical execution.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in El Agente Q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59050" y="1157585"/>
            <a:ext cx="4825901" cy="730151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10791" y="1436936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76750" y="1938486"/>
            <a:ext cx="190500" cy="0"/>
          </a:xfrm>
          <a:prstGeom prst="line">
            <a:avLst/>
          </a:prstGeom>
          <a:noFill/>
          <a:ln w="76200">
            <a:solidFill>
              <a:srgbClr val="5D6D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9625" y="1900386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4375" y="1900386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9050" y="1989237"/>
            <a:ext cx="4825901" cy="730151"/>
          </a:xfrm>
          <a:prstGeom prst="rect">
            <a:avLst/>
          </a:prstGeom>
          <a:solidFill>
            <a:srgbClr val="AEB6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0791" y="2268587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Agents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76750" y="2770138"/>
            <a:ext cx="190500" cy="0"/>
          </a:xfrm>
          <a:prstGeom prst="line">
            <a:avLst/>
          </a:prstGeom>
          <a:noFill/>
          <a:ln w="76200">
            <a:solidFill>
              <a:srgbClr val="5D6D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9625" y="2732038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4375" y="2732038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7578" y="2820888"/>
            <a:ext cx="4864001" cy="768251"/>
          </a:xfrm>
          <a:prstGeom prst="rect">
            <a:avLst/>
          </a:prstGeom>
          <a:solidFill>
            <a:srgbClr val="667EEA"/>
          </a:solidFill>
          <a:ln w="19050">
            <a:solidFill>
              <a:srgbClr val="4A56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48369" y="3119289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+ Recovery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3979" y="3008263"/>
            <a:ext cx="972294" cy="393502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5480" y="3147864"/>
            <a:ext cx="7846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76750" y="3639889"/>
            <a:ext cx="190500" cy="0"/>
          </a:xfrm>
          <a:prstGeom prst="line">
            <a:avLst/>
          </a:prstGeom>
          <a:noFill/>
          <a:ln w="76200">
            <a:solidFill>
              <a:srgbClr val="5D6D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9625" y="3601789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4375" y="3601789"/>
            <a:ext cx="0" cy="762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9050" y="3690640"/>
            <a:ext cx="4825901" cy="7301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0791" y="3969990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World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16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Existing Systems Miss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4401" y="1460153"/>
            <a:ext cx="396880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4401" y="1149102"/>
            <a:ext cx="4048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Agent Recovery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401" y="1660178"/>
            <a:ext cx="3968800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787128"/>
            <a:ext cx="37372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the same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2211139"/>
            <a:ext cx="3968800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801" y="2338090"/>
            <a:ext cx="37372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parameters randomly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4401" y="2762101"/>
            <a:ext cx="3968800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6801" y="2889052"/>
            <a:ext cx="37372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different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0651" y="1460153"/>
            <a:ext cx="3968948" cy="0"/>
          </a:xfrm>
          <a:prstGeom prst="line">
            <a:avLst/>
          </a:prstGeom>
          <a:noFill/>
          <a:ln w="1905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0651" y="1149102"/>
            <a:ext cx="4048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Physical Semantics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0651" y="1660178"/>
            <a:ext cx="3968948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3051" y="1787128"/>
            <a:ext cx="373743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actions cannot be undone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0651" y="2211139"/>
            <a:ext cx="3968948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3051" y="2338090"/>
            <a:ext cx="373743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Status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material may be compromised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0651" y="2762101"/>
            <a:ext cx="3968948" cy="4494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3051" y="2889052"/>
            <a:ext cx="373743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Envelope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physical limits exist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4401" y="3503563"/>
            <a:ext cx="8255198" cy="5524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302" y="3694063"/>
            <a:ext cx="7902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is not execution semantics. Retry is not recovery.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 Principles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42975"/>
            <a:ext cx="4095750" cy="71988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42975"/>
            <a:ext cx="0" cy="719882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069925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249" y="1131838"/>
            <a:ext cx="1561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" y="1387376"/>
            <a:ext cx="38279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checks are hardcoded, not learned. No LLM in the safety loop.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0" y="942975"/>
            <a:ext cx="4095750" cy="71988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6300" y="942975"/>
            <a:ext cx="0" cy="719882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7750" y="1069925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6499" y="1131838"/>
            <a:ext cx="22213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Decoupled from Workflow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7750" y="1387376"/>
            <a:ext cx="38279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logic is independent of experiment structure.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1789807"/>
            <a:ext cx="4095750" cy="71988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1789807"/>
            <a:ext cx="0" cy="719882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191675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0249" y="1978670"/>
            <a:ext cx="1799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Execution Semantics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" y="2234208"/>
            <a:ext cx="38279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preconditions, postconditions are first-class.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1789807"/>
            <a:ext cx="4095750" cy="71988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6300" y="1789807"/>
            <a:ext cx="0" cy="719882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191675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86499" y="1978670"/>
            <a:ext cx="1729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Anomaly =/= Error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7750" y="2234208"/>
            <a:ext cx="38279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results may be discoveries, not failures.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7180" y="2636639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derived from FSD and industrial control systems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3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Overview: Execution Layer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81299" y="809179"/>
            <a:ext cx="2031802" cy="260152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90470" y="872579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40050" y="1118443"/>
            <a:ext cx="114300" cy="0"/>
          </a:xfrm>
          <a:prstGeom prst="line">
            <a:avLst/>
          </a:prstGeom>
          <a:noFill/>
          <a:ln w="47625">
            <a:solidFill>
              <a:srgbClr val="5D6D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5775" y="1094631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8625" y="1094631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299" y="1167557"/>
            <a:ext cx="2031802" cy="260152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90470" y="1230957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0050" y="1476821"/>
            <a:ext cx="114300" cy="0"/>
          </a:xfrm>
          <a:prstGeom prst="line">
            <a:avLst/>
          </a:prstGeom>
          <a:noFill/>
          <a:ln w="47625">
            <a:solidFill>
              <a:srgbClr val="5D6D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5775" y="1453009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8625" y="1453009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299" y="1525935"/>
            <a:ext cx="2031802" cy="260152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90470" y="1589336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GuardedExecutor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40050" y="1835200"/>
            <a:ext cx="114300" cy="0"/>
          </a:xfrm>
          <a:prstGeom prst="line">
            <a:avLst/>
          </a:prstGeom>
          <a:noFill/>
          <a:ln w="47625">
            <a:solidFill>
              <a:srgbClr val="5D6D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5775" y="1811387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8625" y="1811387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299" y="1884313"/>
            <a:ext cx="2031802" cy="260152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90470" y="1947714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40050" y="2193578"/>
            <a:ext cx="114300" cy="0"/>
          </a:xfrm>
          <a:prstGeom prst="line">
            <a:avLst/>
          </a:prstGeom>
          <a:noFill/>
          <a:ln w="47625">
            <a:solidFill>
              <a:srgbClr val="5D6D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5775" y="2169765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8625" y="2169765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299" y="2242691"/>
            <a:ext cx="2031802" cy="260152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90470" y="2306092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ErrorClassifier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0050" y="2551956"/>
            <a:ext cx="114300" cy="0"/>
          </a:xfrm>
          <a:prstGeom prst="line">
            <a:avLst/>
          </a:prstGeom>
          <a:noFill/>
          <a:ln w="47625">
            <a:solidFill>
              <a:srgbClr val="5D6D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5775" y="2528143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8625" y="2528143"/>
            <a:ext cx="0" cy="47625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299" y="2601069"/>
            <a:ext cx="2031802" cy="260152"/>
          </a:xfrm>
          <a:prstGeom prst="rect">
            <a:avLst/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90470" y="2664470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+ Policy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9098" y="1025128"/>
            <a:ext cx="3555950" cy="0"/>
          </a:xfrm>
          <a:prstGeom prst="line">
            <a:avLst/>
          </a:prstGeom>
          <a:noFill/>
          <a:ln w="19050">
            <a:solidFill>
              <a:srgbClr val="667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9098" y="821978"/>
            <a:ext cx="3627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9098" y="1110853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Orchestrates execution loop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9098" y="1283494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GuardedExecutor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Pre/post condition checks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69098" y="1456134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PostCheck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Verifies action outcomes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9098" y="1628775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ErrorClassifier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Maps errors to profiles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9098" y="1801416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Fault pattern detection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9098" y="1974056"/>
            <a:ext cx="362706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Recovery decision engine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69098" y="2172146"/>
            <a:ext cx="3555950" cy="2667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45298" y="2248346"/>
            <a:ext cx="3471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execution system, not an LLM agent.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Hardcoded Rules to Policy-Driven Recovery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7450" y="977801"/>
            <a:ext cx="3873550" cy="2427536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30201"/>
            <a:ext cx="364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Scattered If-Else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9850" y="1409551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error == "overshoot":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9850" y="1577132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cool_down()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9850" y="1744712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retry()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9850" y="1912293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error == "timeout":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50" y="2079873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wait(2)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9850" y="224745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retry()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9850" y="241503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error == "sensor_fail":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9850" y="258261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850" y="2750195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temp &gt; 130: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850" y="2917775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emergency_stop()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9850" y="3085356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55468" y="977801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53000" y="977801"/>
            <a:ext cx="3873550" cy="2092375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05400" y="1130201"/>
            <a:ext cx="364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Policy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5400" y="1409551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classify(error)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05400" y="1577132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= analyze(history)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05400" y="1744712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= policy(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05400" y="1912293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error_type,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05400" y="2079873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signature_mode,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05400" y="224745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stage,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05400" y="241503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retry_count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05400" y="2582614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05400" y="2750195"/>
            <a:ext cx="364012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execute(decision.actions)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-&gt; Signature -&gt; Policy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3127" y="977801"/>
            <a:ext cx="1447800" cy="61585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4097" y="121905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HardwareError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649" y="1644402"/>
            <a:ext cx="1476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error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27127" y="1298377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6442" y="977801"/>
            <a:ext cx="1447800" cy="61585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07412" y="121905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ErrorProfile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51964" y="1644402"/>
            <a:ext cx="1476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/ recoverable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90442" y="1298377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9758" y="977801"/>
            <a:ext cx="1447800" cy="61585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0728" y="121905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15280" y="1644402"/>
            <a:ext cx="1476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/ oscillation / stall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53758" y="1298377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3073" y="977801"/>
            <a:ext cx="1447800" cy="61585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34043" y="121905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8595" y="1644402"/>
            <a:ext cx="1476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degrade / abort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7450" y="2082403"/>
            <a:ext cx="2013049" cy="6538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4401" y="2310854"/>
            <a:ext cx="1794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4401" y="2475905"/>
            <a:ext cx="1794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increase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82900" y="2082403"/>
            <a:ext cx="2012900" cy="6538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09850" y="2310854"/>
            <a:ext cx="17941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9850" y="2475905"/>
            <a:ext cx="17941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Swings up/down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8200" y="2082403"/>
            <a:ext cx="2013049" cy="6538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5150" y="2310854"/>
            <a:ext cx="1794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5150" y="2475905"/>
            <a:ext cx="1794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3649" y="2082403"/>
            <a:ext cx="2012900" cy="6538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40600" y="2310854"/>
            <a:ext cx="17941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0600" y="2475905"/>
            <a:ext cx="17941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2359" y="2926705"/>
            <a:ext cx="8679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not if-else. It is three-layer semantic compression.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44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Anomaly Channel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54605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Continuous Discovery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298377"/>
            <a:ext cx="5334149" cy="7364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3107" y="1590377"/>
            <a:ext cx="5129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1148" y="2225278"/>
            <a:ext cx="1396901" cy="61585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903" y="2466529"/>
            <a:ext cx="1269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Anomaly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1148" y="2917329"/>
            <a:ext cx="1396901" cy="4569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903" y="30188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903" y="31584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equipment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49550" y="2225278"/>
            <a:ext cx="1396901" cy="61585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3305" y="2466529"/>
            <a:ext cx="1269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Anomaly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49550" y="2917329"/>
            <a:ext cx="1396901" cy="4569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13305" y="30188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3305" y="31584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or degrade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7951" y="2225278"/>
            <a:ext cx="1396901" cy="61585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11706" y="2466529"/>
            <a:ext cx="1269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Anomaly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7951" y="2917329"/>
            <a:ext cx="1396901" cy="4569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11706" y="30188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11706" y="3158430"/>
            <a:ext cx="1269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 but valid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69050" y="2046684"/>
            <a:ext cx="2793950" cy="710803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46750" y="2224385"/>
            <a:ext cx="248732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happens in the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analysis channel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in recovery logic.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9050" y="2909888"/>
            <a:ext cx="2793950" cy="88850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6750" y="3087588"/>
            <a:ext cx="248732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implements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"critical state for continuous discovery"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Alan's second paper.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Irreversibility Guarantees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04135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GUARANTEES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311176"/>
            <a:ext cx="253901" cy="25390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9106" y="136192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851" y="1311176"/>
            <a:ext cx="816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Preemption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1851" y="1454051"/>
            <a:ext cx="816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violations trigger immediate cool_down before any other 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1688902"/>
            <a:ext cx="253901" cy="25390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9106" y="17396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851" y="1688902"/>
            <a:ext cx="816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Action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1851" y="1831777"/>
            <a:ext cx="816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status tracked: intact / compromised / destroyed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066627"/>
            <a:ext cx="253901" cy="25390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9106" y="211737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1851" y="2066627"/>
            <a:ext cx="816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Invariants on Abort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1851" y="2209502"/>
            <a:ext cx="816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Shutdown verifies safe state: heating == False, status == idle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253335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2777728"/>
            <a:ext cx="4114800" cy="5713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2777728"/>
            <a:ext cx="0" cy="57135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050" y="2904679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&gt; 130C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6050" y="3088779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cool_down, then degrade or abort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8200" y="2777728"/>
            <a:ext cx="4114800" cy="5713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0" y="2777728"/>
            <a:ext cx="0" cy="57135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3250" y="2904679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electrochem_started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3250" y="3088779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marked compromised, cannot revert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3476030"/>
            <a:ext cx="8382000" cy="39677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1500" y="3602980"/>
            <a:ext cx="8161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agent built on this layer will not cause equipment damage.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to Hierarchical 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977801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840" y="10254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8200" y="977801"/>
            <a:ext cx="7924800" cy="58087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600" y="110475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execute_plan(plan) -&gt; RunResult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0600" y="1298377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entry point. Takes a plan from upper agent, returns execution outcome.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1685627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40" y="173325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200" y="1685627"/>
            <a:ext cx="7924800" cy="58087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0600" y="1812578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RecoveryAdvisor hook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0600" y="2006203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callback for upper agent to provide recovery hints.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393454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40" y="244107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" y="2393454"/>
            <a:ext cx="7924800" cy="58087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90600" y="2520404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RunObserver / event stream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0600" y="2714030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 stream for monitoring: telemetry, decisions, errors.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" y="3164830"/>
            <a:ext cx="8382000" cy="118065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01" y="334253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4901" y="3586907"/>
            <a:ext cx="7874198" cy="5301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not touch planning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only provide reliable execution backend</a:t>
            </a:r>
            <a:endParaRPr lang="en-US" sz="10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agents only need these three interfaces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Heater Overshoot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339" y="1015901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4502" y="93970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503" y="914400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Heat to 120C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0339" y="1421904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4502" y="13457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503" y="1320403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Monitoring... current 60C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339" y="1827907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4502" y="175170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7503" y="1726406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Monitoring... current 100C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339" y="2233910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4502" y="215771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7503" y="2132409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128C, exceeds target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0339" y="2639913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4502" y="256371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7503" y="2538413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Signature: drift | Decision: DEGRADE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339" y="3045916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4502" y="296971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77503" y="2944416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cool_down()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339" y="3451920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4502" y="337572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77503" y="3350419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set_temperature(110)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0339" y="3857923"/>
            <a:ext cx="362661" cy="13960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4502" y="378172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7503" y="3756422"/>
            <a:ext cx="491012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Stabilized at 110C, continue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1849" y="914400"/>
            <a:ext cx="2844701" cy="378469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134249" y="1295400"/>
            <a:ext cx="2539901" cy="0"/>
          </a:xfrm>
          <a:prstGeom prst="line">
            <a:avLst/>
          </a:prstGeom>
          <a:noFill/>
          <a:ln w="19050">
            <a:solidFill>
              <a:srgbClr val="667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4249" y="1066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34249" y="1431875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34249" y="154617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34249" y="1790551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 TO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34249" y="190485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128C (still safe)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34249" y="2149227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34249" y="226352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34249" y="2507903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34249" y="2622203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 to 110C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34249" y="2866579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34249" y="2980879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34249" y="3225254"/>
            <a:ext cx="2539901" cy="3173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35750" y="3326755"/>
            <a:ext cx="2383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retry. Not abort. Semantic recovery.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and Verifiability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977801"/>
            <a:ext cx="2819400" cy="80813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77801"/>
            <a:ext cx="0" cy="808137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130201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recovery_steps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" y="1336477"/>
            <a:ext cx="252603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actions to recover from each error 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977801"/>
            <a:ext cx="2819400" cy="808137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71850" y="977801"/>
            <a:ext cx="0" cy="808137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1130201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time_to_recover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3300" y="1336477"/>
            <a:ext cx="2526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from error detection to stable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1938337"/>
            <a:ext cx="2819400" cy="65960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1938337"/>
            <a:ext cx="0" cy="659606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2090738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abort_rate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" y="2297013"/>
            <a:ext cx="2526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runs requiring full abort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1938337"/>
            <a:ext cx="2819400" cy="65960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71850" y="1938337"/>
            <a:ext cx="0" cy="659606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3300" y="2090738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safety_violations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3300" y="2297013"/>
            <a:ext cx="2526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safety envelope breaches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2750344"/>
            <a:ext cx="2819400" cy="65960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2750344"/>
            <a:ext cx="0" cy="659606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" y="2902744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anomalous_preserved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" y="3109020"/>
            <a:ext cx="2526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anomalies captured for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2800" y="2750344"/>
            <a:ext cx="2819400" cy="65960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71850" y="2750344"/>
            <a:ext cx="0" cy="659606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3300" y="2902744"/>
            <a:ext cx="2526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67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sample_status_dist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43300" y="3109020"/>
            <a:ext cx="2526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 intact / compromised / destroyed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3600450"/>
            <a:ext cx="8382000" cy="4572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4901" y="37528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</a:t>
            </a:r>
            <a:pPr algn="l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system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 "looks intelligent" - </a:t>
            </a:r>
            <a:pPr algn="l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measurably reliable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Integration with Alan 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44401" y="2361009"/>
            <a:ext cx="2650034" cy="954881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87687" y="2462510"/>
            <a:ext cx="2594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34901" y="2551509"/>
            <a:ext cx="2314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Policy-Driven Recovery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805410"/>
            <a:ext cx="23144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recovery engine with signature analysis and configurable policies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3100090"/>
            <a:ext cx="253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46834" y="2361009"/>
            <a:ext cx="2650182" cy="954881"/>
          </a:xfrm>
          <a:prstGeom prst="rect">
            <a:avLst/>
          </a:prstGeom>
          <a:solidFill>
            <a:srgbClr val="5D6D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90270" y="2462510"/>
            <a:ext cx="2594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37334" y="2551509"/>
            <a:ext cx="23145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RecoveryAdvisor via LLM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7334" y="2805410"/>
            <a:ext cx="23145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Alan reasoning agent for complex recovery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37334" y="3100090"/>
            <a:ext cx="2762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49417" y="2361009"/>
            <a:ext cx="2650182" cy="95488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92852" y="2462510"/>
            <a:ext cx="2594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39917" y="2551509"/>
            <a:ext cx="23145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Self-Organizing 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9917" y="2805410"/>
            <a:ext cx="23145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graph learns and adapts from experience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39917" y="3100090"/>
            <a:ext cx="420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3505" y="1860649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3489" y="192732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0705" y="1860649"/>
            <a:ext cx="507923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agents need a physically grounded execution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53505" y="2419350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63489" y="248602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0705" y="2419350"/>
            <a:ext cx="409159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the foundation of continuous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53505" y="2978051"/>
            <a:ext cx="304800" cy="3048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3489" y="304472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10705" y="2978051"/>
            <a:ext cx="475057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layer makes Alan's architecture deployable in real labs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26271" y="4746724"/>
            <a:ext cx="31532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Infrastructure-level contribution, not a single agent idea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Recovery-Aware Execution Agent for Hierarchical Scientific Agents</dc:title>
  <dc:subject>Alan Group Presentation</dc:subject>
  <dc:creator>Sissi Feng</dc:creator>
  <cp:lastModifiedBy>Sissi Feng</cp:lastModifiedBy>
  <cp:revision>1</cp:revision>
  <dcterms:created xsi:type="dcterms:W3CDTF">2026-01-25T00:37:50Z</dcterms:created>
  <dcterms:modified xsi:type="dcterms:W3CDTF">2026-01-25T00:37:50Z</dcterms:modified>
</cp:coreProperties>
</file>